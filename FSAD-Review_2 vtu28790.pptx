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3948" autoAdjust="0"/>
  </p:normalViewPr>
  <p:slideViewPr>
    <p:cSldViewPr>
      <p:cViewPr varScale="1">
        <p:scale>
          <a:sx n="49" d="100"/>
          <a:sy n="49" d="100"/>
        </p:scale>
        <p:origin x="104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 using Spring Boot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A. PAVAN KUMAR– VTU28374 – 23UECS2029.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NATTESHAN. N.V.S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</a:t>
            </a:r>
            <a:r>
              <a:rPr lang="en-US" sz="2000" b="1" dirty="0"/>
              <a:t>SDG 8 – Decent Work and Economic Growth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17788" y="1455972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59940" y="4612761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59940" y="2730510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61380" y="5611226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68731" y="3669634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68731" y="6565692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71598" y="7532309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73717" y="849892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Finding suitable jobs manually is time-consuming and inefficient.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Many students struggle to discover relevant job opportunities.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Employers face difficulty in receiving and organizing applications.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The project provides an online Job Portal connecting job seekers and employers.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Students can create profiles and upload resumes.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Students can search for jobs and apply online easily.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Employers can post jobs and manage applicants.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Employers can shortlist suitable candidates quickly.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The system improves hiring efficiency and transparency.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It increases accessibility for users anytime, anywhere.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Useful for colleges, companies, and recruitment agencies.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D85A6C-4A29-027C-6F22-F08E05955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217760"/>
            <a:ext cx="15504400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recruitment systems often rely on manual processes.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seekers must search multiple platforms for opportunities.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face delays in finding suitable jobs.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Employers receive large numbers of applications that are difficult to organize.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resume screening consumes significant time and effort.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centralized data causes poor candidate tracking.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between employers and applicants is often delayed.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 may lack transparency in application status updates.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Managing recruitment manually reduces efficiency and productivity.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 secure, centralized, and automated Job Portal system.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5039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98F559-905E-767E-D1FE-E8BCD04F7A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4876800" y="6831606"/>
            <a:ext cx="15082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C644C9-FA13-9919-6E6B-882509362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599" y="1299877"/>
            <a:ext cx="15333044" cy="649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centralized online platform for students, employers, and admin users.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can register, log in, and manage their profiles securely.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 upload feature allows students to submit documents easily.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can search jobs by category, location, skills, or experience.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One-click online job application system for faster recruitment.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Employers can post new job openings with complete details.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Employers can edit or delete job postings anytime.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Employers can view applicants and shortlist/reject candidates.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can manage users, jobs, and overall system activities.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authentication using Spring Security and encrypted passwords.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application status tracking for students.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recruitment efficiency, transparency, and user experience.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764000" y="8763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90500" y="396814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13A7AE-80F2-8E96-D032-98301ED4F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  <p:grpSp>
        <p:nvGrpSpPr>
          <p:cNvPr id="37" name="Group 37"/>
          <p:cNvGrpSpPr/>
          <p:nvPr/>
        </p:nvGrpSpPr>
        <p:grpSpPr>
          <a:xfrm>
            <a:off x="12600288" y="-9357621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E74CD4-BB3F-37A6-F706-BB1584EF9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8849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6732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DF05C2-4AC0-2A11-F0D0-A53D99ACD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50551E-6F09-7D5C-EA39-34F2B95A0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0578" y="1765935"/>
            <a:ext cx="15812622" cy="8279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 1: User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user registration, login, logout, and profile management with secure role-based authentication for students, employers, and admin users.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 2: Job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employers to post new jobs, edit job details, delete expired jobs, and manage available job openings efficiently.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 3: Application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students to search jobs, apply online, upload resumes, and track the status of submitted applications.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 4: Employer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employers with tools to view applicants, shortlist candidates, reject unsuitable applications, and monitor hiring activities.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 5: Admin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admin to manage users, oversee job postings, monitor applications, and control system settings.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 6: Reports &amp;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reports on total users, jobs, applications, shortlisted candidates, and overall recruitment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5801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5594F3-0A25-B17C-CE95-CAF440E88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958" y="1409700"/>
            <a:ext cx="14607161" cy="86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4277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C0AC927-D3E2-AA54-B24D-2BB83C138A98}"/>
              </a:ext>
            </a:extLst>
          </p:cNvPr>
          <p:cNvSpPr txBox="1"/>
          <p:nvPr/>
        </p:nvSpPr>
        <p:spPr>
          <a:xfrm>
            <a:off x="15561230" y="1748189"/>
            <a:ext cx="14213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Gowtham 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347CBA2-9C59-3196-349F-EA94728EE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817" y="1028700"/>
            <a:ext cx="14240753" cy="499068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A017E36-4856-FCA1-9B49-BD685A040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457" y="6138955"/>
            <a:ext cx="14193113" cy="413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5039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017346" y="724888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7FC0C2-16D3-95E3-1292-6F7459E49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148" y="1878046"/>
            <a:ext cx="14349704" cy="62372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BEFE8A-CA03-1187-280E-E0C3BD518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7347" y="6404827"/>
            <a:ext cx="14301506" cy="346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53540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Gowtham</a:t>
            </a:r>
            <a:endParaRPr lang="en-IN" sz="28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4DB76C5-7A43-8981-BF35-6AB98D4D9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567" y="7101183"/>
            <a:ext cx="12345470" cy="309503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54F9B23-1CCC-F492-2FE2-6F35DC3C1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102" y="4797441"/>
            <a:ext cx="12344935" cy="237764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A57D7CF-220D-A509-E5B2-B418C6D568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5102" y="1168109"/>
            <a:ext cx="12345470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53540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A2F5F6C-B259-DD6C-CC9E-B4AB7FC19E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720</Words>
  <Application>Microsoft Office PowerPoint</Application>
  <PresentationFormat>Custom</PresentationFormat>
  <Paragraphs>201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Gotham</vt:lpstr>
      <vt:lpstr>Gotham Bold Italics</vt:lpstr>
      <vt:lpstr>Bookman Old Style</vt:lpstr>
      <vt:lpstr>Times New Roman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Gowtham Sai Garnepudi</dc:creator>
  <cp:lastModifiedBy>Gowtham Sai Garnepudi</cp:lastModifiedBy>
  <cp:revision>18</cp:revision>
  <dcterms:created xsi:type="dcterms:W3CDTF">2006-08-16T00:00:00Z</dcterms:created>
  <dcterms:modified xsi:type="dcterms:W3CDTF">2026-04-20T04:46:27Z</dcterms:modified>
  <dc:identifier>DAHCaYqJ9OU</dc:identifier>
</cp:coreProperties>
</file>